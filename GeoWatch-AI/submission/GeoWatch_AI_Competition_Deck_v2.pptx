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8a94f603c3479f" /><Relationship Type="http://schemas.openxmlformats.org/officeDocument/2006/relationships/extended-properties" Target="/docProps/app.xml" Id="Rca2fe4c0a5ff4c6b" /><Relationship Type="http://schemas.openxmlformats.org/officeDocument/2006/relationships/officeDocument" Target="/ppt/presentation.xml" Id="R29f3c82023654a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2ec0b8c9974708"/>
  </p:sldMasterIdLst>
  <p:notesMasterIdLst>
    <p:notesMasterId xmlns:r="http://schemas.openxmlformats.org/officeDocument/2006/relationships" r:id="R8907fd52bf1a4b1c"/>
  </p:notesMasterIdLst>
  <p:sldIdLst>
    <p:sldId xmlns:r="http://schemas.openxmlformats.org/officeDocument/2006/relationships" id="256" r:id="R382478d422fa4f68"/>
    <p:sldId xmlns:r="http://schemas.openxmlformats.org/officeDocument/2006/relationships" id="257" r:id="R793563be96b94246"/>
    <p:sldId xmlns:r="http://schemas.openxmlformats.org/officeDocument/2006/relationships" id="258" r:id="Rc5baf0d7b271447c"/>
    <p:sldId xmlns:r="http://schemas.openxmlformats.org/officeDocument/2006/relationships" id="259" r:id="R24313691f665402e"/>
    <p:sldId xmlns:r="http://schemas.openxmlformats.org/officeDocument/2006/relationships" id="260" r:id="Rfd5903c0148e4412"/>
    <p:sldId xmlns:r="http://schemas.openxmlformats.org/officeDocument/2006/relationships" id="261" r:id="Rca4f7198e83d46ba"/>
    <p:sldId xmlns:r="http://schemas.openxmlformats.org/officeDocument/2006/relationships" id="262" r:id="Rc4ffe7b68a5d41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f22c3d0c334284" /><Relationship Type="http://schemas.openxmlformats.org/officeDocument/2006/relationships/slideMaster" Target="/ppt/slideMasters/slideMaster1.xml" Id="Ref2ec0b8c9974708" /><Relationship Type="http://schemas.openxmlformats.org/officeDocument/2006/relationships/notesMaster" Target="/ppt/notesMasters/notesMaster1.xml" Id="R8907fd52bf1a4b1c" /><Relationship Type="http://schemas.openxmlformats.org/officeDocument/2006/relationships/presProps" Target="/ppt/presProps.xml" Id="Re0018e5a149e4120" /><Relationship Type="http://schemas.openxmlformats.org/officeDocument/2006/relationships/tableStyles" Target="/ppt/tableStyles.xml" Id="R3b627472432a4ef9" /><Relationship Type="http://schemas.openxmlformats.org/officeDocument/2006/relationships/slide" Target="/ppt/slides/slide1.xml" Id="R382478d422fa4f68" /><Relationship Type="http://schemas.openxmlformats.org/officeDocument/2006/relationships/slide" Target="/ppt/slides/slide2.xml" Id="R793563be96b94246" /><Relationship Type="http://schemas.openxmlformats.org/officeDocument/2006/relationships/slide" Target="/ppt/slides/slide3.xml" Id="Rc5baf0d7b271447c" /><Relationship Type="http://schemas.openxmlformats.org/officeDocument/2006/relationships/slide" Target="/ppt/slides/slide4.xml" Id="R24313691f665402e" /><Relationship Type="http://schemas.openxmlformats.org/officeDocument/2006/relationships/slide" Target="/ppt/slides/slide5.xml" Id="Rfd5903c0148e4412" /><Relationship Type="http://schemas.openxmlformats.org/officeDocument/2006/relationships/slide" Target="/ppt/slides/slide6.xml" Id="Rca4f7198e83d46ba" /><Relationship Type="http://schemas.openxmlformats.org/officeDocument/2006/relationships/slide" Target="/ppt/slides/slide7.xml" Id="Rc4ffe7b68a5d41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ad4501449c4e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0bc2e6a4a040b9" /><Relationship Type="http://schemas.openxmlformats.org/officeDocument/2006/relationships/notesMaster" Target="/ppt/notesMasters/notesMaster1.xml" Id="R706bead766e24c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ab5d0dfef54b7e" /><Relationship Type="http://schemas.openxmlformats.org/officeDocument/2006/relationships/notesMaster" Target="/ppt/notesMasters/notesMaster1.xml" Id="R1006fbecdbfe46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c105d5ff3d4abd" /><Relationship Type="http://schemas.openxmlformats.org/officeDocument/2006/relationships/notesMaster" Target="/ppt/notesMasters/notesMaster1.xml" Id="Rf4f50e05a6834b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62dda8fbc64141" /><Relationship Type="http://schemas.openxmlformats.org/officeDocument/2006/relationships/notesMaster" Target="/ppt/notesMasters/notesMaster1.xml" Id="Rad988e3b439740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e0fa59896744c2" /><Relationship Type="http://schemas.openxmlformats.org/officeDocument/2006/relationships/notesMaster" Target="/ppt/notesMasters/notesMaster1.xml" Id="Rf21fc8c51c4445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8fb926bb7e4a01" /><Relationship Type="http://schemas.openxmlformats.org/officeDocument/2006/relationships/notesMaster" Target="/ppt/notesMasters/notesMaster1.xml" Id="Re862a1c0695f46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6524521c8845f6" /><Relationship Type="http://schemas.openxmlformats.org/officeDocument/2006/relationships/notesMaster" Target="/ppt/notesMasters/notesMaster1.xml" Id="Rb0dc4fbc24b843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Decision-support only. Every output requires analyst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is a local DOTA-derived smoke sample; it is not accuracy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flow: source, quality gate, alignment, analysis, review, case and export.</a:t>
            </a:r>
          </a:p>
          <a:p xmlns:a="http://schemas.openxmlformats.org/drawingml/2006/main">
            <a:r>
              <a:t>Synthetic demo validates UX and persistence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Local-first architecture. External integrations fail safely.</a:t>
            </a:r>
          </a:p>
          <a:p xmlns:a="http://schemas.openxmlformats.org/drawingml/2006/main">
            <a:r>
              <a:t>Earth Engine needs Cloud Project and authentication.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reconstruction of the implemented Streamlit temporal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95 automated tests passed on 2026-09-10. The DOTA4 checkpoint is bound to a scene-separated test report and SHA-256. Building-change metrics remain unavailable until a real SpaceNet 7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SpaceNet 7: https://www.spacenet.ai/sn7-challenge/</a:t>
            </a:r>
          </a:p>
          <a:p xmlns:a="http://schemas.openxmlformats.org/drawingml/2006/main">
            <a:r>
              <a:t>AWS registry: https://diw9s4r18eiyi.cloudfront.net/spacenet/</a:t>
            </a:r>
          </a:p>
          <a:p xmlns:a="http://schemas.openxmlformats.org/drawingml/2006/main">
            <a:r>
              <a:t>LEVIR-CD alternative: https://github.com/justchenhao/LEVIR</a:t>
            </a:r>
          </a:p>
          <a:p xmlns:a="http://schemas.openxmlformats.org/drawingml/2006/main">
            <a:r>
              <a:t>Official solutions: https://github.com/SpaceNetChallenge/SpaceNet7_Multi-Temporal_Solutions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4f5ac024334f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6f0e77c4114647" /><Relationship Type="http://schemas.openxmlformats.org/officeDocument/2006/relationships/slideLayout" Target="/ppt/slideLayouts/slideLayout1.xml" Id="R51caa5fc0d7a48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caa5fc0d7a48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38b66ca6c48e1" /><Relationship Type="http://schemas.openxmlformats.org/officeDocument/2006/relationships/notesSlide" Target="/ppt/notesSlides/notesSlide1.xml" Id="Rce171b2eee0c4a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7ca02b5be41f8" /><Relationship Type="http://schemas.openxmlformats.org/officeDocument/2006/relationships/image" Target="/ppt/media/image.jpeg" Id="R46ff49de1fef4070" /><Relationship Type="http://schemas.openxmlformats.org/officeDocument/2006/relationships/notesSlide" Target="/ppt/notesSlides/notesSlide2.xml" Id="Ra9dea571f08d48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fcbca43a44d86" /><Relationship Type="http://schemas.openxmlformats.org/officeDocument/2006/relationships/notesSlide" Target="/ppt/notesSlides/notesSlide3.xml" Id="R68244f45812644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de03f9d9349a2" /><Relationship Type="http://schemas.openxmlformats.org/officeDocument/2006/relationships/notesSlide" Target="/ppt/notesSlides/notesSlide4.xml" Id="Re336c163c67544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90661dcf846df" /><Relationship Type="http://schemas.openxmlformats.org/officeDocument/2006/relationships/image" Target="/ppt/media/image2.jpeg" Id="Ra10643453b024b0c" /><Relationship Type="http://schemas.openxmlformats.org/officeDocument/2006/relationships/notesSlide" Target="/ppt/notesSlides/notesSlide5.xml" Id="R20306981b18743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10ff7390d4ea1" /><Relationship Type="http://schemas.openxmlformats.org/officeDocument/2006/relationships/notesSlide" Target="/ppt/notesSlides/notesSlide6.xml" Id="R0ace1ced148a41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bc0b78eea4bac" /><Relationship Type="http://schemas.openxmlformats.org/officeDocument/2006/relationships/notesSlide" Target="/ppt/notesSlides/notesSlide7.xml" Id="R89256395f4ec41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0D23D-9F37-4768-A295-EBE7C729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753100"/>
          </a:xfrm>
          <a:prstGeom xmlns:a="http://schemas.openxmlformats.org/drawingml/2006/main" prst="roundRect">
            <a:avLst>
              <a:gd name="adj" fmla="val 1325"/>
            </a:avLst>
          </a:prstGeom>
          <a:solidFill xmlns:a="http://schemas.openxmlformats.org/drawingml/2006/main">
            <a:srgbClr val="092126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E9F5F-C0A6-4007-A534-F8DFEC66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GEOWATCH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7A75B-9FE6-4639-B79D-E2979E47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81150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От снимка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к проверяемому решению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A5C5C-32CD-44E7-9527-F6BA73A9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Temporal intelligence workspace для анализа открытых космических снимков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A82FF-4860-4844-BB9C-6A6BCCEB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5A847-E153-4D8E-9965-FF87CE16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OBJECT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43EAA-90E9-4D9B-B155-49924F9C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690EB-361A-457F-B00E-4BC5F082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95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CHANGE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B9CF8-EF67-40FD-8D3A-54DAFAB6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45204-CDA3-4275-A267-B6F035C9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958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HUMAN-IN-THE-LOOP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8D66E-6913-4AE6-8CE1-707DDD06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476500" cy="2952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C32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19A65-DA2B-4C72-AA3D-2CC3C62E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9FA44-D18A-417F-A1A3-538C95DE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СРАВНИТЬ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90341-A3EB-4EC6-8AFE-A65C9302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765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062AC-8C66-4F1A-A534-C99E0960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81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E0DB3-F1E8-4BE0-B715-3974ADA1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Конкурсный MVP · 10 сентября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61913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AEE57-B246-4E90-BBB3-9979AEE7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06EE4-C16C-4353-84CC-3B83ED28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Изменения заметны не сразу — и редко проверяемы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64086-145A-4BCB-8113-7F5147F2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f49de1fef4070"/>
          <a:srcRect xmlns:a="http://schemas.openxmlformats.org/drawingml/2006/main" l="0" t="15000" r="0" b="1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57150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41744-6982-4350-ACBA-7DD1EC7B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857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055FE-B200-498D-9CE1-CF549BC4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E35AD-89DB-47C8-9AE8-FC0BE911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335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Разрозненные снимки и даты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73520-FA67-44BA-9B98-65D3E13A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050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Трудно восстановить, что именно изменилось.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B07C8-1975-428D-A93D-FF1EE624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4857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574DA-DB76-4518-8898-F6A154C4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7657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221B3-FA4E-4BE2-819D-7F149DB6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575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Ложные срабатывания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73742-4121-40BD-870F-29009176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29000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Сдвиг, облака и сезонность имитируют изменения.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97C57-3F1E-4936-8E9D-0A70F142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4857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EAD5A-03DE-4A85-9F12-266B7E57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51694-D656-494C-8D0F-3B66DAD9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815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Нет цепочки доказательств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C5D06-31CB-4D26-A20E-78BCCC34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529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Нужны evidence, review, история и экспорт кейса.</a:t>
            </a:r>
          </a:p>
        </p:txBody>
      </p:sp>
    </p:spTree>
    <p:extLst>
      <p:ext uri="{BB962C8B-B14F-4D97-AF65-F5344CB8AC3E}">
        <p14:creationId xmlns:p14="http://schemas.microsoft.com/office/powerpoint/2010/main" val="1976903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26AE3F-DF7D-48B0-8CFF-7888A0A1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CA4B3-BB01-46D0-9A8A-766B9C51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Один путь от пары снимков до кейса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6AAD2-3534-46CB-AE8A-D9EA00B3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624FF-0376-4EE6-9199-A225A565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3718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A4A27-3D67-4257-A1DA-5F99849C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C8AB3-3F80-40D3-B6B7-82B7BAD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0353A-1E0F-494D-9FB5-EC0C2F36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Upload / Earth Engine /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BCDCC-00CF-401A-9A8E-53ADA645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33718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E6EAA-8EBC-489F-BE16-4E0E7CFB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09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07ACF-64BD-4CB2-80C5-A980FFAC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28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0688A-764F-4349-AFFC-749CC328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Формат, облака, overlap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D2F6B-05CC-415D-BE13-D5FCCE86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38300"/>
            <a:ext cx="33718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1F046-C4FF-4810-BDAA-F2B614B7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D123A-F9E7-43AC-B01C-DA6F2DF2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28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ALIGN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C5A17-0297-4FCC-AD37-C4AA70F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CRS/grid или registration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9C8A96-F58E-431C-BBCC-2AECA3FC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3718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F6A70-4E08-4060-B46E-35B32B5F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EBB0B-14FC-4FFB-8432-847B8467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24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0E085-1746-4D0A-886D-50748656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Объекты и temporal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341BAF-2265-4BAE-BA85-25D367D5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33718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ECC03-333F-47B1-A38B-3DF64A6F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21D11-9245-4845-92B5-8675DEA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24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289AB-AA16-4015-A3F2-01C4992A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148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Evidence + решение эксперта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2293A2-D90D-4DCD-A347-E50C9830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33718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58D6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90BC3-A184-4486-9C4F-4A18F862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8D68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8D68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8DC704-E4D3-48B4-BED9-47354BFA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24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FEFA7A-76DE-4E94-85AA-81D891C3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История, ZIP и отчёт</a:t>
            </a:r>
          </a:p>
        </p:txBody>
      </p:sp>
    </p:spTree>
    <p:extLst>
      <p:ext uri="{BB962C8B-B14F-4D97-AF65-F5344CB8AC3E}">
        <p14:creationId xmlns:p14="http://schemas.microsoft.com/office/powerpoint/2010/main" val="14714062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80C6E2-8815-4288-B45D-1E3B32BE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5D3AC-2FD3-4206-B37F-C11BC6C6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UI, API, анализ и доказательства разделены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A4EBC-42FD-4788-8AFE-0493361D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A33AE-3979-46DB-82E8-E0D8A034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419350" cy="339090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E2E05-031A-47D6-81B6-BC61BCE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E78C8-D018-43BE-BB6E-64057E5E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5B2C5-AA1B-4D5A-81B6-32B2C738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Streamlit workspace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B766D-ACC6-4ABA-9417-056A1423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2BC10-C0AA-4CFE-A728-5161659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Before / After /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35F44-83D6-490D-8EBF-F8FA2E64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A4C0D-6B9A-4180-BA4A-C801A673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Evidence panel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5CE1E-5C22-41A5-A1A8-818032B9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146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4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E0639-3356-41F7-B10C-79802F6C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2419350" cy="339090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9F476-E9A2-45B0-BCFE-AF7739E0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05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53362-0267-4D12-9B07-291332BA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955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6575D-BF11-42A3-9755-09363B18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942A5-045D-4F7A-B683-A6191BE1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B767A-AFA4-457F-A1B1-224DBC21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Quality &amp; pair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9AEED-CC7E-49DB-88BA-4DBC2357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433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A7D45-D89E-4393-8FEA-7B541AC4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95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Inference &amp; 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7542F-ED40-4C00-A050-A436E325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146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4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B630FB-6A41-4780-AEA1-4B4A810C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57350"/>
            <a:ext cx="2419350" cy="339090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8E61D-326B-4710-AB0A-55A1E00A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DB19E-9833-463F-97CD-B90BCE79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7D0B0-9949-4DF5-A1BE-0AB96F97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SQLite persistence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6BDD65-5622-45F7-B7BA-6A25E587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CBA9CD-93F8-4A47-9A54-A9AF3C59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Review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D7C517-2C36-4222-B29F-DBF7ABF1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2FDFEA-0DA3-4CAD-A4BF-09729A35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Jobs &amp; dedupe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834C73-7E9B-446B-9F8F-7BB95CF8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4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44F77A-FD54-4B7F-A1FA-B2B0A45E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57350"/>
            <a:ext cx="2419350" cy="339090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8D68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B55F2-C8A1-48DB-A604-CE770DCC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05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8D6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8D68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2F7BCB-AA8E-477B-9EB7-C3824205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4A2D0D-3BE8-47E4-A3D5-CF3EF3C0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Cases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F95F0C-1F18-42A6-92FB-78C085A3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194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923074-0C21-4B6F-9B40-80D7F0AB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956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ZIP evidence bundle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F619C4-438A-4731-A38E-668A04DB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30EAFB-B675-49BD-8CAF-4A4CA6FA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195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Reports / audit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AF5A38-EB22-472A-822B-ED4F35F4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Опционально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932429-4C09-46C4-9397-BAFD6AC1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149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DDAC48-62AB-48C7-B1DC-05EED163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340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GOOGLE EARTH ENGINE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664949-7B4B-4098-AC0F-55DE9887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31495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DF8046-EEE2-453D-B9F5-589173C5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3340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RASTERIO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275379-68B2-42D8-91EA-97D9025E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1495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D2D212-2F38-4674-8FBC-AA94CCD1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3340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</p:spTree>
    <p:extLst>
      <p:ext uri="{BB962C8B-B14F-4D97-AF65-F5344CB8AC3E}">
        <p14:creationId xmlns:p14="http://schemas.microsoft.com/office/powerpoint/2010/main" val="9238340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C80FED-3778-488C-93F8-AFC8C1F3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9DAA8-38D5-4A4D-B2A7-0BA66681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В центре — сравнение; справа — 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2A0C5-A648-4C97-A81D-5F86CAC9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EEAB0-2D16-47E9-906E-71ABA07A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095500" cy="4095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1E2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DA245-E65D-4078-8A7A-6E0D9BFE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ЗОНЫ И ФИЛЬТРЫ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2836A-41CD-4B75-AADF-A1FC62F7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51206-6D9B-412E-9E3F-DFBED5C5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Источник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0ABBF-2946-4720-8BEC-4868D496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5F7B2-117C-4F9D-9DA4-F56ED0BD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Дата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B28ED-7904-456D-B6C6-2EDCDEBE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EDCDB-7F59-4E66-90CC-F5976784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Класс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BB04F-3270-4545-AC03-714EA8A0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9F86D-6B32-4E85-9BC0-A01BB14F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Статус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2C8A5-4AAC-4509-A05E-29F35AC9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C2A24-7061-405F-9A61-B4E23BDF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Слои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50885-B7CD-4855-87CE-ED017D11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24000"/>
            <a:ext cx="5429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643453b024b0c"/>
          <a:srcRect xmlns:a="http://schemas.openxmlformats.org/drawingml/2006/main" l="0" t="20818" r="0" b="20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5150" y="1714500"/>
            <a:ext cx="5124450" cy="2990850"/>
          </a:xfrm>
          <a:prstGeom xmlns:a="http://schemas.openxmlformats.org/drawingml/2006/main" prst="roundRect">
            <a:avLst>
              <a:gd name="adj" fmla="val 3822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A9D47-A10C-47C6-9AAE-F98BEDD4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57750"/>
            <a:ext cx="5124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272D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AAA84-B1D1-45FE-8A24-07CE1689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7205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ДО   ◀────────●────────▶   ПОСЛЕ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17CC0-ADAE-4855-BCC1-40305A05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24000"/>
            <a:ext cx="2876550" cy="40957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6F753-CA04-4772-B0F3-0B8657A9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29980E-A4D7-4B5E-9876-2496B8C7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event_0042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A6CEE-5D1C-4143-9493-8550538E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1089C5-0742-4D6C-AB1E-7034A26C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NEEDS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C5497-C579-40FA-A99A-93D878F0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4800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до / после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координаты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alignment score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история решений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D55C7-395C-42A0-A1BF-56A65A7A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86300"/>
            <a:ext cx="1123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42D"/>
          </a:solidFill>
          <a:ln xmlns:a="http://schemas.openxmlformats.org/drawingml/2006/main" w="9525">
            <a:solidFill>
              <a:srgbClr val="58D68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877849-6526-4334-85AB-D9FF522D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8D68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D68D"/>
                </a:solidFill>
                <a:latin typeface="Arial"/>
                <a:ea typeface="Arial"/>
                <a:cs typeface="Arial"/>
              </a:rPr>
              <a:t>Подтвердить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26FD8-152E-460E-9B29-188412DC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86300"/>
            <a:ext cx="1123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2126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86851F-8691-40D4-8863-C93D3DB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7202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Отклонить</a:t>
            </a:r>
          </a:p>
        </p:txBody>
      </p:sp>
    </p:spTree>
    <p:extLst>
      <p:ext uri="{BB962C8B-B14F-4D97-AF65-F5344CB8AC3E}">
        <p14:creationId xmlns:p14="http://schemas.microsoft.com/office/powerpoint/2010/main" val="556940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5F0A76-8E4A-4DEA-AD6B-32E0A3A8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ВАЛИДАЦИЯ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C4322-9819-4D46-A132-F2768D85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Что доказано сейчас — и что ещё нельзя заявлять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0E474-261E-4D78-A6F1-EDDD2CC1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A42E5-E95A-463C-8755-E22B47CA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КОМПОНЕНТ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DE51D-B97D-448E-9784-B84AF751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ДОКАЗАТЕЛЬСТВО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41F8C-D829-464B-8BFD-99EB54DC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81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СТАТУС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48B4C-396F-4A25-916D-01928776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744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03F53-B0DD-4177-BEEB-C7279ECF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Продуктовый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3BF0B-D906-483A-AE38-CBD20E26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193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95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7E40F-E21A-4D8C-8E3A-3B093BBF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669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8D6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95398-8DE4-4540-8F9F-B7046C54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859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8D68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D68D"/>
                </a:solidFill>
                <a:latin typeface="Arial"/>
                <a:ea typeface="Arial"/>
                <a:cs typeface="Arial"/>
              </a:rPr>
              <a:t>ПРОВЕРЕНО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9D039-DE5E-4D02-9F7D-4D3A76F6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744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15E7C-8B56-403B-86EA-C330B501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DOTA4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A91F7-3723-418B-8468-C0C882D4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hash + test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5CE27-B7D0-406B-8457-2CC03408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908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E1670-93D4-4E05-8B96-8F81C794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98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8F214-7187-4611-B8FF-F67668FB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744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2FC3A-CBFF-4313-927F-40B6F79D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DOTA4 test 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4D3417-4691-4DC8-A7B7-09C8B41A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scene-separated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70750-887B-4884-AE73-2E8ADE19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147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DA5C9-8320-4CA7-AC4A-14DA9F19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337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0339F-8383-40EA-8495-22F91A85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744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2A4F00-54C5-42F0-9FB2-706CEB63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Building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D0C4C6-D6A2-4FCF-86AB-A28E88B8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training pipeline tested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CB230F-181A-4264-9EE3-905826AF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98F4D1-1D48-45A9-9483-B04B4577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576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60C117-B2E4-4851-8BC4-18A520A7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744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106212-C40C-47DE-BAA7-023D908F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Earth Engine scenes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48C50B-C11F-46EA-BA72-11CF7223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149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нужны project + auth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26828-329F-4036-82E6-8C4ED4B7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625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4F0553-B29A-4686-84FB-45540F3B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815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39E1B7-9988-4DB9-8D77-8ED9DEBA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DOTA4: P 0.874 · R 0.835 · F1 0.854 · mAP50 0.891 · mAP50–95 0.672</a:t>
            </a:r>
          </a:p>
        </p:txBody>
      </p:sp>
    </p:spTree>
    <p:extLst>
      <p:ext uri="{BB962C8B-B14F-4D97-AF65-F5344CB8AC3E}">
        <p14:creationId xmlns:p14="http://schemas.microsoft.com/office/powerpoint/2010/main" val="2058597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D3666-6F6F-4726-845D-27B656D1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ДАННЫЕ И 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1AF31-55C6-4185-9DF0-2B1C7B7D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Проверенная DOTA4 модель и следующий этап SpaceNet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89B23-9A19-4D16-8DBD-0C8D2B40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CA9FC-623B-42C8-8543-0ACE4DEE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162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EEC0B-1DD3-4C06-8827-E5040169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DOTA4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719D6-AC88-4F31-A614-F6178366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Объекты: aircraft · ship · small / large vehicle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5D399-95FB-43FD-A1A3-38D6A527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Scene-separated split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Validation selection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Independent test once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79FD1-D5BE-4BF4-AE0C-1F5762A4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814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D1183-FE3F-4374-A4EC-26FA543F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004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CHECKPOINT 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27A38-D653-49ED-974A-9BA04B52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62100"/>
            <a:ext cx="53530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4E446-1851-4F4E-8D88-02CE241E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470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SpaceNet 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1D354-047E-46FC-AE8F-18A00810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70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Хронология зданий по датам и AOI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B6536-D922-4CA8-BDF8-4276DAB1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Monthly imagery · building footprints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AOI-separated pairs · CC BY-SA 4.0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D5FE9-113B-44BC-ABCB-701A1817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81400"/>
            <a:ext cx="1847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8D68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A3094-3363-4CC8-8286-5BAD2BFA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8D68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D68D"/>
                </a:solidFill>
                <a:latin typeface="Arial"/>
                <a:ea typeface="Arial"/>
                <a:cs typeface="Arial"/>
              </a:rPr>
              <a:t>PREPARATION 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853FD-F986-4C54-A3D2-5E77F71F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744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292E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4B425-95EE-4900-B57B-5606F52F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Ближайший измеримый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B00C8-F273-4360-ACF4-E5E6AABF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1013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SpaceNet 7: три реальных кейса, обучение и held-out test</a:t>
            </a:r>
          </a:p>
        </p:txBody>
      </p:sp>
    </p:spTree>
    <p:extLst>
      <p:ext uri="{BB962C8B-B14F-4D97-AF65-F5344CB8AC3E}">
        <p14:creationId xmlns:p14="http://schemas.microsoft.com/office/powerpoint/2010/main" val="1241881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2026-09-10T18:03:23.6820000Z</dcterms:created>
  <dcterms:modified xsi:type="dcterms:W3CDTF">2026-09-10T18:03:23.6820000Z</dcterms:modified>
</coreProperties>
</file>